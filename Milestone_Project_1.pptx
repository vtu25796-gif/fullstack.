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70" r:id="rId13"/>
    <p:sldId id="265" r:id="rId14"/>
  </p:sldIdLst>
  <p:sldSz cx="18288000" cy="10287000"/>
  <p:notesSz cx="6858000" cy="9144000"/>
  <p:embeddedFontLst>
    <p:embeddedFont>
      <p:font typeface="Cambria" panose="02040503050406030204" pitchFamily="18" charset="0"/>
      <p:regular r:id="rId18"/>
      <p:bold r:id="rId19"/>
      <p:italic r:id="rId20"/>
      <p:boldItalic r:id="rId21"/>
    </p:embeddedFont>
    <p:embeddedFont>
      <p:font typeface="Bookman Old Style" panose="02050604050505020204" pitchFamily="18" charset="0"/>
      <p:regular r:id="rId22"/>
      <p:bold r:id="rId23"/>
      <p:italic r:id="rId24"/>
    </p:embeddedFont>
    <p:embeddedFont>
      <p:font typeface="Gotham"/>
      <p:regular r:id="rId25"/>
    </p:embeddedFont>
    <p:embeddedFont>
      <p:font typeface="Gotham Bold Italics" panose="02000000000000000000"/>
      <p:boldItalic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51" d="100"/>
          <a:sy n="51" d="100"/>
        </p:scale>
        <p:origin x="29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font" Target="fonts/font13.fntdata"/><Relationship Id="rId3" Type="http://schemas.openxmlformats.org/officeDocument/2006/relationships/slide" Target="slides/slide1.xml"/><Relationship Id="rId29" Type="http://schemas.openxmlformats.org/officeDocument/2006/relationships/font" Target="fonts/font12.fntdata"/><Relationship Id="rId28" Type="http://schemas.openxmlformats.org/officeDocument/2006/relationships/font" Target="fonts/font11.fntdata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27757" y="3897940"/>
            <a:ext cx="11190289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25-03-2026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1640" y="6134100"/>
            <a:ext cx="1578416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Subscription-Based Membership Engine with Tiered Logic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V.Mamitha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vtu25796– 23UECS0603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Dr.S.Hemamalini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- Designation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SDG Title(Example: SDG 4 – Quality Education)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Subscription-Based Membership Engine with Tiered Logic is a dynamic system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manages user access through structured subscription plans with multiple levels such as Basic, Pro, and Premium.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tier is designed with specific features, usage limits, pricing models, and exclusive benefits to meet different user needs.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engine uses tiered logic to automatically control feature access, content visibility and service privileges based on the user’s active subscription.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digital platforms need a structured membership system to provide different services based on user subscription levels.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secure user authentication and controlled access to features is a key challenge.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must allow users to register, log in, and log out securely.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should support multiple subscription plans such as Basic, Premium, and Gold.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plan must provide different levels of access based on tier logic.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only authentication and plan selection features are implemented.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90500" y="29670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/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Subscription-Based Membership Engine with secure user authentication and tiered plan logic (Basic, Premium, Gold).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role-based access control that restricts features based on the selected subscription plan.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5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/>
          <p:cNvSpPr txBox="1"/>
          <p:nvPr/>
        </p:nvSpPr>
        <p:spPr>
          <a:xfrm>
            <a:off x="190500" y="114270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 rot="10800000" flipV="1">
            <a:off x="2358908" y="2156103"/>
            <a:ext cx="14709892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Subscription-Based Membership Engine with Tiered Logic integrated with secure user authentication.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tier-based logic to control access to features according to the selected plan.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ensures that users can only view and use features permitted under their subscription.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register, log in, and select membership plans such as Basic, Premium, and Gold.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solves the issue of unmanaged access by providing structured plan control.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security through authenticated user sessions and controlled authorization.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offers scalability, allowing easy addition of new plans or features in the future.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Compared to traditional systems without tier logic, it provides better organization, security, and flexibility in managing memberships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209800" y="1638300"/>
            <a:ext cx="15082325" cy="11295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Input: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provide input through registration and login forms, including username, email, and password. They also select a subscription plan (Basic, Premium, or Gold) during account setup or profile update.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Processing: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validates user credentials, encrypts passwords, and authenticates login requests. It applies tier-based logic to assign access permissions according to the selected subscription plan. Session management controls login and logout activities securely.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Database: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stores user details, encrypted passwords, subscription plan information, and role-based access data. It maintains records of user accounts and selected membership tiers for access control.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Output: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displays  users login, registration and logout and can access features allowed under their selected plan. Successful login, logout, and plan selection.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938975" y="1146935"/>
            <a:ext cx="14320325" cy="13018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Start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User Registration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Store User Details in Database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User Login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Validate Credentials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Select Subscription Plan</a:t>
            </a:r>
            <a:endParaRPr lang="en-US" sz="2800" dirty="0"/>
          </a:p>
          <a:p>
            <a:r>
              <a:rPr lang="en-US" sz="2800" dirty="0"/>
              <a:t>(Basic / Premium / Gold)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Apply Tier-Based Access Logic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Display Dashboard Based on Plan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User Logout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End</a:t>
            </a: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121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Frontend:</a:t>
            </a:r>
            <a:endParaRPr lang="en-IN" sz="2800" dirty="0"/>
          </a:p>
          <a:p>
            <a:r>
              <a:rPr lang="en-IN" sz="2800" dirty="0"/>
              <a:t>HTML</a:t>
            </a:r>
            <a:endParaRPr lang="en-IN" sz="2800" dirty="0"/>
          </a:p>
          <a:p>
            <a:r>
              <a:rPr lang="en-IN" sz="2800" dirty="0"/>
              <a:t>CSS</a:t>
            </a:r>
            <a:endParaRPr lang="en-IN" sz="2800" dirty="0"/>
          </a:p>
          <a:p>
            <a:r>
              <a:rPr lang="en-IN" sz="2800" dirty="0"/>
              <a:t>JavaScript</a:t>
            </a:r>
            <a:endParaRPr lang="en-IN" sz="2800" dirty="0"/>
          </a:p>
          <a:p>
            <a:r>
              <a:rPr lang="en-IN" sz="2800" b="1" dirty="0"/>
              <a:t>Backend:</a:t>
            </a:r>
            <a:endParaRPr lang="en-IN" sz="2800" b="1" dirty="0"/>
          </a:p>
          <a:p>
            <a:r>
              <a:rPr lang="en-IN" sz="2800" dirty="0"/>
              <a:t> Java </a:t>
            </a:r>
            <a:endParaRPr lang="en-IN" sz="2800" dirty="0"/>
          </a:p>
          <a:p>
            <a:r>
              <a:rPr lang="en-IN" sz="2800" dirty="0"/>
              <a:t> </a:t>
            </a:r>
            <a:r>
              <a:rPr lang="en-IN" sz="2800" dirty="0" err="1"/>
              <a:t>php</a:t>
            </a:r>
            <a:endParaRPr lang="en-IN" sz="2800" dirty="0"/>
          </a:p>
          <a:p>
            <a:r>
              <a:rPr lang="en-IN" sz="2800" b="1" dirty="0"/>
              <a:t>Database:</a:t>
            </a:r>
            <a:endParaRPr lang="en-IN" sz="2800" dirty="0"/>
          </a:p>
          <a:p>
            <a:r>
              <a:rPr lang="en-IN" sz="2800" dirty="0"/>
              <a:t>MySQL / MongoDB</a:t>
            </a:r>
            <a:endParaRPr lang="en-IN" sz="2800" dirty="0"/>
          </a:p>
          <a:p>
            <a:r>
              <a:rPr lang="en-IN" sz="2800" b="1" dirty="0"/>
              <a:t>Tools:</a:t>
            </a:r>
            <a:endParaRPr lang="en-IN" sz="2800" dirty="0"/>
          </a:p>
          <a:p>
            <a:r>
              <a:rPr lang="en-IN" sz="2800" dirty="0"/>
              <a:t>Visual Studio Code </a:t>
            </a:r>
            <a:endParaRPr lang="en-IN" sz="2800" dirty="0"/>
          </a:p>
          <a:p>
            <a:r>
              <a:rPr lang="en-IN" sz="2800" b="1" dirty="0"/>
              <a:t>Hardware/Software Requirements:</a:t>
            </a:r>
            <a:endParaRPr lang="en-IN" sz="2800" dirty="0"/>
          </a:p>
          <a:p>
            <a:r>
              <a:rPr lang="en-IN" sz="2800" dirty="0"/>
              <a:t>Windows</a:t>
            </a:r>
            <a:endParaRPr lang="en-IN" sz="2800" dirty="0"/>
          </a:p>
          <a:p>
            <a:r>
              <a:rPr lang="en-IN" sz="2800" dirty="0"/>
              <a:t>Web Browser (Chrome/Edge)</a:t>
            </a:r>
            <a:endParaRPr lang="en-IN" sz="2800" dirty="0"/>
          </a:p>
          <a:p>
            <a:r>
              <a:rPr lang="en-IN" sz="2800" dirty="0"/>
              <a:t>Local Server (XAMPP / Node Server / Tomcat)</a:t>
            </a:r>
            <a:endParaRPr lang="en-IN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Authentication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registration, login, and logout functionality. It validates credentials, encrypts passwords, and manages secure user sessions.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Subscription Plan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membership plans such as Basic, Premium, and Gold. Allows users to select and update their subscription plan.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Tier-Based Access Control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logic to restrict or grant access to features based on the selected subscription plan. Ensures users can only access permitted functionalities.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User Management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and manages user profile details, subscription status, and account information in the database.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Database Management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storage and retrieval of user data, encrypted passwords, and subscription plan details securely.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(Add screenshots of:</a:t>
            </a: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Home page</a:t>
            </a: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Login page</a:t>
            </a: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Main module</a:t>
            </a: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Output page)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Explain each in 1–2 lines.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 rot="10800000" flipV="1">
            <a:off x="1629677" y="2272583"/>
            <a:ext cx="1525505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user authentication with protected login and registration system.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 tier-based access control for better feature management.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to manage different subscription plans (Basic, Premium, Gold).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 system – new plans and features can be added easily.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organization and structured access compared to traditional systems.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Enhances user experience by displaying personalized dashboards based on plan.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Gotham Bold Italics" panose="02000000000000000000"/>
                <a:ea typeface="Gotham Bold Italics" panose="02000000000000000000"/>
                <a:cs typeface="Gotham Bold Italics" panose="02000000000000000000"/>
                <a:sym typeface="Gotham Bold Italics" panose="02000000000000000000"/>
              </a:rPr>
              <a:t>Thank you</a:t>
            </a:r>
            <a:endParaRPr lang="en-US" sz="11155" b="1" i="1" dirty="0">
              <a:solidFill>
                <a:srgbClr val="191919"/>
              </a:solidFill>
              <a:latin typeface="Gotham Bold Italics" panose="02000000000000000000"/>
              <a:ea typeface="Gotham Bold Italics" panose="02000000000000000000"/>
              <a:cs typeface="Gotham Bold Italics" panose="02000000000000000000"/>
              <a:sym typeface="Gotham Bold Italics" panose="02000000000000000000"/>
            </a:endParaRP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5354</Words>
  <Application>WPS Presentation</Application>
  <PresentationFormat>Custom</PresentationFormat>
  <Paragraphs>389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Cambria</vt:lpstr>
      <vt:lpstr>Bookman Old Style</vt:lpstr>
      <vt:lpstr>Times New Roman</vt:lpstr>
      <vt:lpstr>Gotham</vt:lpstr>
      <vt:lpstr>Gotham Bold Italics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ASUS</dc:creator>
  <cp:lastModifiedBy>tejaswani reddy</cp:lastModifiedBy>
  <cp:revision>12</cp:revision>
  <dcterms:created xsi:type="dcterms:W3CDTF">2006-08-16T00:00:00Z</dcterms:created>
  <dcterms:modified xsi:type="dcterms:W3CDTF">2026-05-05T17:51:00Z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9924C346D9B74CD88FECFB5897EEC488_12</vt:lpwstr>
  </property>
  <property fmtid="{D5CDD505-2E9C-101B-9397-08002B2CF9AE}" pid="3" name="KSOProductBuildVer">
    <vt:lpwstr>1033-12.1.0.25862</vt:lpwstr>
  </property>
</Properties>
</file>